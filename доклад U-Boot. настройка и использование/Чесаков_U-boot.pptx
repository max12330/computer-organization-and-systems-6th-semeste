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E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7187"/>
            <a:ext cx="7772400" cy="25467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42174"/>
            <a:ext cx="6858000" cy="176614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10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14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823722"/>
            <a:ext cx="7886700" cy="30429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895429"/>
            <a:ext cx="7886700" cy="16001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95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47333"/>
            <a:ext cx="3886200" cy="464142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47333"/>
            <a:ext cx="3886200" cy="464142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15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9468"/>
            <a:ext cx="7886700" cy="141393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93241"/>
            <a:ext cx="3868340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72080"/>
            <a:ext cx="3868340" cy="393022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93241"/>
            <a:ext cx="3887391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72080"/>
            <a:ext cx="3887391" cy="393022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36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14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62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7680"/>
            <a:ext cx="2949178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53255"/>
            <a:ext cx="4629150" cy="51985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94560"/>
            <a:ext cx="2949178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22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7680"/>
            <a:ext cx="2949178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53255"/>
            <a:ext cx="4629150" cy="519853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94560"/>
            <a:ext cx="2949178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03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9467"/>
            <a:ext cx="1971675" cy="619929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9467"/>
            <a:ext cx="5800725" cy="619929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42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9468"/>
            <a:ext cx="788670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47333"/>
            <a:ext cx="788670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780108"/>
            <a:ext cx="20574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CDBFF-5C19-4231-AB13-1FB890D8F10C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780108"/>
            <a:ext cx="30861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780108"/>
            <a:ext cx="20574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6D1D9-36BF-447D-B2F4-70A211AED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79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9A2DCB-4664-745B-3C00-00488D567871}"/>
              </a:ext>
            </a:extLst>
          </p:cNvPr>
          <p:cNvSpPr/>
          <p:nvPr/>
        </p:nvSpPr>
        <p:spPr>
          <a:xfrm>
            <a:off x="0" y="0"/>
            <a:ext cx="9144000" cy="1835727"/>
          </a:xfrm>
          <a:prstGeom prst="rect">
            <a:avLst/>
          </a:prstGeom>
          <a:ln>
            <a:noFill/>
          </a:ln>
          <a:effectLst>
            <a:outerShdw blurRad="342900" dist="38100" dir="5400000" sx="98000" sy="98000" algn="t" rotWithShape="0">
              <a:prstClr val="black">
                <a:alpha val="97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00806C05-3B1F-BD49-F56B-BC03B4235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4733" y="1"/>
            <a:ext cx="3674534" cy="1835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1600" b="1" dirty="0">
                <a:solidFill>
                  <a:srgbClr val="FFFFFF"/>
                </a:solidFill>
                <a:cs typeface="Trebuchet MS"/>
              </a:rPr>
              <a:t>МИНОБРНАУКИ</a:t>
            </a:r>
            <a:r>
              <a:rPr lang="ru-RU" sz="1600" b="1" spc="-35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70" dirty="0">
                <a:solidFill>
                  <a:srgbClr val="FFFFFF"/>
                </a:solidFill>
                <a:cs typeface="Trebuchet MS"/>
              </a:rPr>
              <a:t>РОССИИ</a:t>
            </a:r>
            <a:endParaRPr lang="ru-RU" sz="1600" b="1" dirty="0">
              <a:cs typeface="Trebuchet MS"/>
            </a:endParaRPr>
          </a:p>
          <a:p>
            <a:pPr marR="242570">
              <a:spcBef>
                <a:spcPts val="0"/>
              </a:spcBef>
            </a:pPr>
            <a:r>
              <a:rPr lang="ru-RU" sz="1600" b="1" spc="-30" dirty="0">
                <a:solidFill>
                  <a:srgbClr val="FFFFFF"/>
                </a:solidFill>
                <a:cs typeface="Trebuchet MS"/>
              </a:rPr>
              <a:t>Федеральное</a:t>
            </a:r>
            <a:r>
              <a:rPr lang="ru-RU" sz="1600" b="1" spc="-130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10" dirty="0">
                <a:solidFill>
                  <a:srgbClr val="FFFFFF"/>
                </a:solidFill>
                <a:cs typeface="Trebuchet MS"/>
              </a:rPr>
              <a:t>государственное </a:t>
            </a:r>
            <a:r>
              <a:rPr lang="ru-RU" sz="1600" b="1" spc="-20" dirty="0">
                <a:solidFill>
                  <a:srgbClr val="FFFFFF"/>
                </a:solidFill>
                <a:cs typeface="Trebuchet MS"/>
              </a:rPr>
              <a:t>бюджетное</a:t>
            </a:r>
            <a:r>
              <a:rPr lang="ru-RU" sz="1600" b="1" spc="-130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10" dirty="0">
                <a:solidFill>
                  <a:srgbClr val="FFFFFF"/>
                </a:solidFill>
                <a:cs typeface="Trebuchet MS"/>
              </a:rPr>
              <a:t>образовательное</a:t>
            </a:r>
            <a:endParaRPr lang="ru-RU" sz="1600" b="1" dirty="0">
              <a:cs typeface="Trebuchet MS"/>
            </a:endParaRPr>
          </a:p>
          <a:p>
            <a:pPr>
              <a:spcBef>
                <a:spcPts val="0"/>
              </a:spcBef>
            </a:pPr>
            <a:r>
              <a:rPr lang="ru-RU" sz="1600" b="1" spc="-30" dirty="0">
                <a:solidFill>
                  <a:srgbClr val="FFFFFF"/>
                </a:solidFill>
                <a:cs typeface="Trebuchet MS"/>
              </a:rPr>
              <a:t>учреждение</a:t>
            </a:r>
            <a:r>
              <a:rPr lang="ru-RU" sz="1600" b="1" spc="-114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25" dirty="0">
                <a:solidFill>
                  <a:srgbClr val="FFFFFF"/>
                </a:solidFill>
                <a:cs typeface="Trebuchet MS"/>
              </a:rPr>
              <a:t>высшего</a:t>
            </a:r>
            <a:r>
              <a:rPr lang="ru-RU" sz="1600" b="1" spc="-105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10" dirty="0">
                <a:solidFill>
                  <a:srgbClr val="FFFFFF"/>
                </a:solidFill>
                <a:cs typeface="Trebuchet MS"/>
              </a:rPr>
              <a:t>образования</a:t>
            </a:r>
            <a:endParaRPr lang="ru-RU" sz="1600" b="1" dirty="0">
              <a:cs typeface="Trebuchet MS"/>
            </a:endParaRPr>
          </a:p>
          <a:p>
            <a:pPr marR="78105">
              <a:spcBef>
                <a:spcPts val="0"/>
              </a:spcBef>
            </a:pPr>
            <a:r>
              <a:rPr lang="ru-RU" sz="1600" b="1" spc="-40" dirty="0">
                <a:solidFill>
                  <a:srgbClr val="FFFFFF"/>
                </a:solidFill>
                <a:cs typeface="Trebuchet MS"/>
              </a:rPr>
              <a:t>«САРАТОВСКИЙ</a:t>
            </a:r>
            <a:r>
              <a:rPr lang="ru-RU" sz="1600" b="1" spc="-75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10" dirty="0">
                <a:solidFill>
                  <a:srgbClr val="FFFFFF"/>
                </a:solidFill>
                <a:cs typeface="Trebuchet MS"/>
              </a:rPr>
              <a:t>НАЦИОНАЛЬНЫЙ ИССЛЕДОВАТЕЛЬСКИЙ</a:t>
            </a:r>
            <a:endParaRPr lang="ru-RU" sz="1600" b="1" dirty="0">
              <a:cs typeface="Trebuchet MS"/>
            </a:endParaRPr>
          </a:p>
          <a:p>
            <a:pPr marR="5080">
              <a:spcBef>
                <a:spcPts val="0"/>
              </a:spcBef>
            </a:pPr>
            <a:r>
              <a:rPr lang="ru-RU" sz="1600" b="1" spc="-10" dirty="0">
                <a:solidFill>
                  <a:srgbClr val="FFFFFF"/>
                </a:solidFill>
                <a:cs typeface="Trebuchet MS"/>
              </a:rPr>
              <a:t>ГОСУДАРСТВЕННЫЙ</a:t>
            </a:r>
            <a:r>
              <a:rPr lang="ru-RU" sz="1600" b="1" spc="-45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20" dirty="0">
                <a:solidFill>
                  <a:srgbClr val="FFFFFF"/>
                </a:solidFill>
                <a:cs typeface="Trebuchet MS"/>
              </a:rPr>
              <a:t>УНИВЕРСИТЕТ </a:t>
            </a:r>
            <a:r>
              <a:rPr lang="ru-RU" sz="1600" b="1" dirty="0">
                <a:solidFill>
                  <a:srgbClr val="FFFFFF"/>
                </a:solidFill>
                <a:cs typeface="Trebuchet MS"/>
              </a:rPr>
              <a:t>ИМЕНИ</a:t>
            </a:r>
            <a:r>
              <a:rPr lang="ru-RU" sz="1600" b="1" spc="-50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130" dirty="0">
                <a:solidFill>
                  <a:srgbClr val="FFFFFF"/>
                </a:solidFill>
                <a:cs typeface="Trebuchet MS"/>
              </a:rPr>
              <a:t>Н.Г.</a:t>
            </a:r>
            <a:r>
              <a:rPr lang="ru-RU" sz="1600" b="1" spc="-75" dirty="0">
                <a:solidFill>
                  <a:srgbClr val="FFFFFF"/>
                </a:solidFill>
                <a:cs typeface="Trebuchet MS"/>
              </a:rPr>
              <a:t> </a:t>
            </a:r>
            <a:r>
              <a:rPr lang="ru-RU" sz="1600" b="1" spc="-10" dirty="0">
                <a:solidFill>
                  <a:srgbClr val="FFFFFF"/>
                </a:solidFill>
                <a:cs typeface="Trebuchet MS"/>
              </a:rPr>
              <a:t>ЧЕРНЫШЕВСКОГО»</a:t>
            </a:r>
            <a:endParaRPr lang="ru-RU" sz="1600" b="1" dirty="0">
              <a:cs typeface="Trebuchet M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123BF3-D39F-F163-DA21-0D260D6D5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34" y="90309"/>
            <a:ext cx="1786465" cy="1655107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нимок экрана, Красочность, Графика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D62B0-F192-4CB6-0BB0-11087CC39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66" y="0"/>
            <a:ext cx="1828800" cy="1828800"/>
          </a:xfrm>
          <a:prstGeom prst="rect">
            <a:avLst/>
          </a:prstGeom>
          <a:noFill/>
          <a:effectLst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C323A0-7613-C0D9-7CDF-3916CA118CA3}"/>
              </a:ext>
            </a:extLst>
          </p:cNvPr>
          <p:cNvSpPr txBox="1"/>
          <p:nvPr/>
        </p:nvSpPr>
        <p:spPr>
          <a:xfrm>
            <a:off x="1063026" y="2777066"/>
            <a:ext cx="7017947" cy="1354217"/>
          </a:xfrm>
          <a:prstGeom prst="rect">
            <a:avLst/>
          </a:prstGeom>
          <a:noFill/>
          <a:effectLst>
            <a:outerShdw blurRad="76200" sx="4000" sy="4000" algn="ctr" rotWithShape="0">
              <a:prstClr val="black">
                <a:alpha val="65000"/>
              </a:prstClr>
            </a:outerShdw>
          </a:effectLst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4400" b="1" dirty="0">
                <a:effectLst>
                  <a:outerShdw blurRad="635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+mj-lt"/>
              </a:rPr>
              <a:t>Das U-Boot</a:t>
            </a:r>
            <a:endParaRPr lang="ru-RU" sz="4400" b="1" dirty="0">
              <a:effectLst>
                <a:outerShdw blurRad="63500" sx="102000" sy="102000" algn="ctr" rotWithShape="0">
                  <a:schemeClr val="bg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r>
              <a:rPr lang="ru-RU" sz="4400" b="1" dirty="0">
                <a:effectLst>
                  <a:outerShdw blurRad="635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+mj-lt"/>
              </a:rPr>
              <a:t>настройка и использование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897FDF-FD0C-B02E-399D-32C6C06914A9}"/>
              </a:ext>
            </a:extLst>
          </p:cNvPr>
          <p:cNvSpPr txBox="1"/>
          <p:nvPr/>
        </p:nvSpPr>
        <p:spPr>
          <a:xfrm>
            <a:off x="6016720" y="4879309"/>
            <a:ext cx="2836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Подготовил: студент 321 группы Чесаков М.Е.</a:t>
            </a:r>
          </a:p>
        </p:txBody>
      </p:sp>
    </p:spTree>
    <p:extLst>
      <p:ext uri="{BB962C8B-B14F-4D97-AF65-F5344CB8AC3E}">
        <p14:creationId xmlns:p14="http://schemas.microsoft.com/office/powerpoint/2010/main" val="339742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6CFCB-B6EF-C38D-BD33-6501ECA54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825219-7365-5FAB-CAAD-DF722AD4B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8292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2008</TotalTime>
  <Words>37</Words>
  <Application>Microsoft Office PowerPoint</Application>
  <PresentationFormat>Произвольный</PresentationFormat>
  <Paragraphs>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Trebuchet MS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Чесаков</dc:creator>
  <cp:lastModifiedBy>Максим Чесаков</cp:lastModifiedBy>
  <cp:revision>2</cp:revision>
  <dcterms:created xsi:type="dcterms:W3CDTF">2026-03-16T13:53:54Z</dcterms:created>
  <dcterms:modified xsi:type="dcterms:W3CDTF">2026-03-17T23:22:46Z</dcterms:modified>
</cp:coreProperties>
</file>